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6' Target='https://public.tableau.com/views/dashboard1_16969208745730/Dashboard1' TargetMode='External' Type='http://schemas.openxmlformats.org/officeDocument/2006/relationships/hyperlink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2E1BD72A-FECF-4853-929C-9C4B604313B2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 dirty="0" lang="en-us">
                <a:hlinkClick r:id="rId6"/>
              </a:rPr>
              <a:t>dash board 1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3031CA53-F5E4-436A-8F28-DC7A3898A76A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10/13/2023 8:24:36 AM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ashboard 1" id="2" name="slide2">
            <a:extLst>
              <a:ext uri="{FF2B5EF4-FFF2-40B4-BE49-F238E27FC236}">
                <a16:creationId xmlns:a16="http://schemas.microsoft.com/office/drawing/2014/main" id="{79701F34-2060-462A-B742-4572C8CDC46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7200" y="100445"/>
            <a:ext cx="3657600" cy="6657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2023-10-13T08:24:37Z</dcterms:created>
  <dcterms:modified xsi:type="dcterms:W3CDTF">2023-10-13T08:24:37Z</dcterms:modified>
</cp:coreProperties>
</file>