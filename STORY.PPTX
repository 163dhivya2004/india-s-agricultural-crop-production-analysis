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story1_16969205711660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3CE6C6E-8E49-4795-9B66-D9701371C6B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story 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9B678E9-5222-4F7A-9FA9-C7881416962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10/13/2023 8:18:49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DB17D739-6301-47D4-8458-E6D0194836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23" y="0"/>
            <a:ext cx="7228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3" name="slide3">
            <a:extLst>
              <a:ext uri="{FF2B5EF4-FFF2-40B4-BE49-F238E27FC236}">
                <a16:creationId xmlns:a16="http://schemas.microsoft.com/office/drawing/2014/main" id="{461AE602-6CC2-45D4-8012-2B0E28129D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23" y="0"/>
            <a:ext cx="7228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4" name="slide4">
            <a:extLst>
              <a:ext uri="{FF2B5EF4-FFF2-40B4-BE49-F238E27FC236}">
                <a16:creationId xmlns:a16="http://schemas.microsoft.com/office/drawing/2014/main" id="{08A739DC-14A6-49C5-961E-88611E3041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23" y="0"/>
            <a:ext cx="7228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5" name="slide5">
            <a:extLst>
              <a:ext uri="{FF2B5EF4-FFF2-40B4-BE49-F238E27FC236}">
                <a16:creationId xmlns:a16="http://schemas.microsoft.com/office/drawing/2014/main" id="{E6B5769F-66A8-448A-A8EE-2AE2C10EEC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23" y="0"/>
            <a:ext cx="7228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5" id="6" name="slide6">
            <a:extLst>
              <a:ext uri="{FF2B5EF4-FFF2-40B4-BE49-F238E27FC236}">
                <a16:creationId xmlns:a16="http://schemas.microsoft.com/office/drawing/2014/main" id="{B7590784-8EB8-446D-B6C6-09FB3F6260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23" y="0"/>
            <a:ext cx="7228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6" id="7" name="slide7">
            <a:extLst>
              <a:ext uri="{FF2B5EF4-FFF2-40B4-BE49-F238E27FC236}">
                <a16:creationId xmlns:a16="http://schemas.microsoft.com/office/drawing/2014/main" id="{60D651A4-677C-46FF-9D16-8A99C35D44C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823" y="0"/>
            <a:ext cx="7228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2023-10-13T08:18:53Z</dcterms:created>
  <dcterms:modified xsi:type="dcterms:W3CDTF">2023-10-13T08:18:53Z</dcterms:modified>
</cp:coreProperties>
</file>