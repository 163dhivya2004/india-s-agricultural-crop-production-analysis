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dashboard4_16969206617410/Dashboard4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2596001D-40C2-4BC7-9937-81F3EE405026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dash board 4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4EA86FB9-629C-4444-B742-33B3EE7CFDA1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10/13/2023 8:21:40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4" id="2" name="slide2">
            <a:extLst>
              <a:ext uri="{FF2B5EF4-FFF2-40B4-BE49-F238E27FC236}">
                <a16:creationId xmlns:a16="http://schemas.microsoft.com/office/drawing/2014/main" id="{9369C38E-40EB-4A3A-A795-6BD95F7DC6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240" y="0"/>
            <a:ext cx="31015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2023-10-13T08:21:41Z</dcterms:created>
  <dcterms:modified xsi:type="dcterms:W3CDTF">2023-10-13T08:21:41Z</dcterms:modified>
</cp:coreProperties>
</file>