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dashboard2_16969208110390/Dashboard2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056417C3-5300-4E41-AFFE-6C36AFB609A9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dash board 2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AF144CD0-CE7B-4CAB-B52A-117450C09BC2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10/13/2023 8:23:56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2" id="2" name="slide2">
            <a:extLst>
              <a:ext uri="{FF2B5EF4-FFF2-40B4-BE49-F238E27FC236}">
                <a16:creationId xmlns:a16="http://schemas.microsoft.com/office/drawing/2014/main" id="{919401DA-A63F-4B95-9D9C-BB6C7CD8D5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832" y="0"/>
            <a:ext cx="32963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2023-10-13T08:23:57Z</dcterms:created>
  <dcterms:modified xsi:type="dcterms:W3CDTF">2023-10-13T08:23:57Z</dcterms:modified>
</cp:coreProperties>
</file>