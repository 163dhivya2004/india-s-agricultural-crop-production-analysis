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dashboard3_16969207531310/Dashboard3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E66A441-67CE-4BAD-AF8A-B3383835679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dash board 3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5E3B550-E747-469F-AA8B-85BB2C02ABC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10/13/2023 8:23:08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3" id="2" name="slide2">
            <a:extLst>
              <a:ext uri="{FF2B5EF4-FFF2-40B4-BE49-F238E27FC236}">
                <a16:creationId xmlns:a16="http://schemas.microsoft.com/office/drawing/2014/main" id="{FA24049E-64CB-4D96-A6B9-3A2E212CA9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8634" y="0"/>
            <a:ext cx="27747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2023-10-13T08:23:08Z</dcterms:created>
  <dcterms:modified xsi:type="dcterms:W3CDTF">2023-10-13T08:23:08Z</dcterms:modified>
</cp:coreProperties>
</file>